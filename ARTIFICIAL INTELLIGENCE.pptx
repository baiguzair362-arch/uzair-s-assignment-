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2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5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6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7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6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5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1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7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6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68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8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6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8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08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64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1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4F269-6A14-4476-95C3-A47BE7DC393A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035D-0148-437D-B466-535F54DCE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58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1975-210A-4DAA-B742-204A28C3D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9153" y="0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35FA4-2F9A-46EE-9A73-3D72C6D73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976" y="2477247"/>
            <a:ext cx="9144000" cy="1903506"/>
          </a:xfrm>
        </p:spPr>
        <p:txBody>
          <a:bodyPr>
            <a:norm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F1BB9-02CE-461B-9133-11814AAEE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035" y="3729690"/>
            <a:ext cx="3496235" cy="234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03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BB73-D3BF-4204-9668-584E043D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637B8-5E70-45D1-9E7C-B316E6B19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39727"/>
            <a:ext cx="9905999" cy="354171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NARROW AI</a:t>
            </a:r>
          </a:p>
          <a:p>
            <a:r>
              <a:rPr lang="en-US" dirty="0">
                <a:latin typeface="Algerian" panose="04020705040A02060702" pitchFamily="82" charset="0"/>
              </a:rPr>
              <a:t>GENERAL AI</a:t>
            </a:r>
          </a:p>
          <a:p>
            <a:r>
              <a:rPr lang="en-US" dirty="0">
                <a:latin typeface="Algerian" panose="04020705040A02060702" pitchFamily="82" charset="0"/>
              </a:rPr>
              <a:t>SUPER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7FE14-3E05-4130-9EAC-8799FB717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0" y="2628899"/>
            <a:ext cx="3165662" cy="276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267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 advTm="3000">
        <p15:prstTrans prst="fallOver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5854-4C86-4CD1-A24E-A48A0D30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NRROW AI [WEAK AI]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E4DB-9A28-4034-901E-B4E170844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NAEEOW AI IS ALSO CALLED WEAK AI IS A TYPE OF ARTIFICIAL INTELLIGENCE THAT IS DESIGNED TO DO ONE SPECIFIC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5F4A8-991B-4235-8A93-D3F19248D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673" y="3733474"/>
            <a:ext cx="3419475" cy="205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847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3000">
        <p15:prstTrans prst="airplane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F1B3-3F6A-4891-ABD4-C23F552D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AI [AGI]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F0FC6-ED4C-4A0D-958E-B27524F70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General ai is a type of ai that can think learn and understand anything just like a human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69D94-9840-4512-A068-FF798183A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306" y="3724882"/>
            <a:ext cx="3307417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07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 advClick="0" advTm="3000">
        <p14:honeycomb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F6B5-EA84-4417-B260-48A9446E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Super ai [ artificial super intelligence 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DF43-23BB-44D8-B98B-BB40180C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Super ai is a theoretical type of ai that would be more intelligent than humans in every way thinking learning decision making creativity and emotions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1B0E1-0095-4E71-AD2D-7DC0567EB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023" y="4020344"/>
            <a:ext cx="4101353" cy="224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3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3000">
        <p14:gallery dir="l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0AD3-01C4-4F77-AE10-735FCC49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921670"/>
          </a:xfrm>
        </p:spPr>
        <p:txBody>
          <a:bodyPr>
            <a:normAutofit/>
          </a:bodyPr>
          <a:lstStyle/>
          <a:p>
            <a:pPr algn="ctr"/>
            <a:r>
              <a:rPr lang="en-US" sz="1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442707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 advClick="0" advTm="3000">
        <p14:glitter pattern="hexagon"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43</TotalTime>
  <Words>96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Arial Black</vt:lpstr>
      <vt:lpstr>Trebuchet MS</vt:lpstr>
      <vt:lpstr>Tw Cen MT</vt:lpstr>
      <vt:lpstr>Circuit</vt:lpstr>
      <vt:lpstr>ARTIFICIAL INTELLIGENCE</vt:lpstr>
      <vt:lpstr>ARTIFICIAL INTELLIGENCE TYPES</vt:lpstr>
      <vt:lpstr>NRROW AI [WEAK AI]</vt:lpstr>
      <vt:lpstr>General AI [AGI]</vt:lpstr>
      <vt:lpstr>Super ai [ artificial super intelligence ]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HP</dc:creator>
  <cp:lastModifiedBy>HP</cp:lastModifiedBy>
  <cp:revision>6</cp:revision>
  <dcterms:created xsi:type="dcterms:W3CDTF">2025-06-29T04:29:02Z</dcterms:created>
  <dcterms:modified xsi:type="dcterms:W3CDTF">2025-06-29T05:12:47Z</dcterms:modified>
</cp:coreProperties>
</file>