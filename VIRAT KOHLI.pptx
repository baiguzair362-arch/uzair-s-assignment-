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29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945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71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61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300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121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9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20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83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672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438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8452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80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34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673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81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57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012A4-B982-4FF1-9064-5362A973AF11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B0968A-2602-4812-8373-EDAB47B0C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7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allpaperflare.com/team-india-indian-cricketer-virat-kohli-wallpaper-qiafg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wallpaperflare.com/chennai-super-kings-chennie-super-kings-logo-sports-cricket-wallpaper-mlxyu" TargetMode="Externa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08EFD-E3CC-4E91-AE4D-17ECE466F5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VIRAT KOHLI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D783FE-708A-4653-AC8D-BB29ECC1BE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BIOGRAPHY</a:t>
            </a:r>
          </a:p>
        </p:txBody>
      </p:sp>
    </p:spTree>
    <p:extLst>
      <p:ext uri="{BB962C8B-B14F-4D97-AF65-F5344CB8AC3E}">
        <p14:creationId xmlns:p14="http://schemas.microsoft.com/office/powerpoint/2010/main" val="2395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EE004-796D-4DDB-A460-0E788229F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VIRAT KOHLI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0FF92-4F27-409D-94DD-B4E156891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Virat </a:t>
            </a:r>
            <a:r>
              <a:rPr lang="en-US" dirty="0" err="1"/>
              <a:t>kohli</a:t>
            </a:r>
            <a:r>
              <a:rPr lang="en-US" dirty="0"/>
              <a:t> is an Indian cricketer and he is the greatest cricketer of all time he was born in </a:t>
            </a:r>
            <a:r>
              <a:rPr lang="en-US" dirty="0" err="1"/>
              <a:t>delhi</a:t>
            </a:r>
            <a:r>
              <a:rPr lang="en-US" dirty="0"/>
              <a:t> </a:t>
            </a:r>
            <a:r>
              <a:rPr lang="en-US" dirty="0" err="1"/>
              <a:t>india</a:t>
            </a:r>
            <a:r>
              <a:rPr lang="en-US" dirty="0"/>
              <a:t> his debut year was 2008 he is a batsman and he is famous because of his legendary innings and his match winning knocks that’s why people also called him KING KOHLI</a:t>
            </a:r>
          </a:p>
        </p:txBody>
      </p:sp>
    </p:spTree>
    <p:extLst>
      <p:ext uri="{BB962C8B-B14F-4D97-AF65-F5344CB8AC3E}">
        <p14:creationId xmlns:p14="http://schemas.microsoft.com/office/powerpoint/2010/main" val="32133964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E1B28-BAE5-4C7A-AE6C-A5777EA4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VIRAT KOHLI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7101B2-A7E5-4E61-A940-1D71A621B9C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356519" y="2543969"/>
            <a:ext cx="4448175" cy="2952750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F458D70-B65C-45EB-B07E-93CA7BD371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172200" y="2670955"/>
            <a:ext cx="4875213" cy="2698778"/>
          </a:xfrm>
        </p:spPr>
      </p:pic>
    </p:spTree>
    <p:extLst>
      <p:ext uri="{BB962C8B-B14F-4D97-AF65-F5344CB8AC3E}">
        <p14:creationId xmlns:p14="http://schemas.microsoft.com/office/powerpoint/2010/main" val="23940258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Click="0" advTm="3000">
        <p14:flythrough/>
      </p:transition>
    </mc:Choice>
    <mc:Fallback>
      <p:transition advClick="0" advTm="3000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12</TotalTime>
  <Words>59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Algerian</vt:lpstr>
      <vt:lpstr>Arial</vt:lpstr>
      <vt:lpstr>Arial Black</vt:lpstr>
      <vt:lpstr>Trebuchet MS</vt:lpstr>
      <vt:lpstr>Tw Cen MT</vt:lpstr>
      <vt:lpstr>Circuit</vt:lpstr>
      <vt:lpstr>VIRAT KOHLI</vt:lpstr>
      <vt:lpstr>VIRAT KOHLI</vt:lpstr>
      <vt:lpstr>VIRAT KOHLI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VIRAT KOHLI</dc:title>
  <dc:creator>HP</dc:creator>
  <cp:lastModifiedBy>HP</cp:lastModifiedBy>
  <cp:revision>2</cp:revision>
  <dcterms:created xsi:type="dcterms:W3CDTF">2025-06-26T15:35:41Z</dcterms:created>
  <dcterms:modified xsi:type="dcterms:W3CDTF">2025-06-26T15:48:04Z</dcterms:modified>
</cp:coreProperties>
</file>